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.jp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HappyLLM Project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Mastering LLM Core Technologies</a:t>
            </a:r>
          </a:p>
          <a:p>
            <a:r>
              <a:t>From Intuition to Implementation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Project Overview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Goal: Help you master Large Language Model (LLM) core technologies.</a:t>
            </a:r>
          </a:p>
          <a:p>
            <a:r>
              <a:t>Combines code practice with in-depth theoretical explanations.</a:t>
            </a:r>
          </a:p>
          <a:p>
            <a:r>
              <a:t>Covers NLP basics, Neural Components, and complete Transformer architecture.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Prerequisites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To get the most out of this project, you should have:</a:t>
            </a:r>
          </a:p>
          <a:p>
            <a:pPr lvl="1"/>
            <a:r>
              <a:t>Mathematics: Linear Algebra (Matrix operations, Vector spaces)</a:t>
            </a:r>
          </a:p>
          <a:p>
            <a:pPr lvl="1"/>
            <a:r>
              <a:t>Programming: Python 3.x</a:t>
            </a:r>
          </a:p>
          <a:p>
            <a:pPr lvl="1"/>
            <a:r>
              <a:t>Framework: PyTorch Basics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Part 1: HappyLLM Code Basics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chp1/ - NLP Basics</a:t>
            </a:r>
          </a:p>
          <a:p>
            <a:pPr lvl="1"/>
            <a:r>
              <a:t>One-Hot Encoding, Tokenizer, Word Embedding</a:t>
            </a:r>
          </a:p>
          <a:p>
            <a:pPr lvl="1"/>
            <a:r>
              <a:t>PCA Visualization of Embeddings</a:t>
            </a:r>
          </a:p>
          <a:p>
            <a:r>
              <a:t>chp2/ - Neural Components</a:t>
            </a:r>
          </a:p>
          <a:p>
            <a:pPr lvl="1"/>
            <a:r>
              <a:t>Softmax Implementation</a:t>
            </a:r>
          </a:p>
          <a:p>
            <a:pPr lvl="1"/>
            <a:r>
              <a:t>Layer Normalization Implementation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Part 2: Transformer Introduction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Complete Book: Transformer Architecture - From Intuition to Implementation</a:t>
            </a:r>
          </a:p>
          <a:p>
            <a:pPr lvl="1"/>
            <a:r>
              <a:t>30+ Chapters covering:</a:t>
            </a:r>
          </a:p>
          <a:p>
            <a:pPr lvl="2"/>
            <a:r>
              <a:t>  - History (GPT, AlphaGo)</a:t>
            </a:r>
          </a:p>
          <a:p>
            <a:pPr lvl="2"/>
            <a:r>
              <a:t>  - Core Mechanics (Attention, QKV, Multi-Head)</a:t>
            </a:r>
          </a:p>
          <a:p>
            <a:pPr lvl="2"/>
            <a:r>
              <a:t>  - Architecture (Residuals, FeedForward)</a:t>
            </a:r>
          </a:p>
          <a:p>
            <a:pPr lvl="2"/>
            <a:r>
              <a:t>  - Optimization (Flash Attention, KV Cache, LoRA)</a:t>
            </a:r>
          </a:p>
          <a:p>
            <a:pPr lvl="1"/>
            <a:r>
              <a:t>Hand-written implementation (Model.py, Train.py)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Transformer Architecture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pic>
        <p:nvPicPr>
          <p:cNvPr id="4" name="Picture 3" descr="ch03-02-standard-architectur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28800" y="1828800"/>
            <a:ext cx="3547050" cy="45720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How to Start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1. Environment Setup</a:t>
            </a:r>
          </a:p>
          <a:p>
            <a:pPr lvl="1"/>
            <a:r>
              <a:t>Install Python 3.x and PyTorch</a:t>
            </a:r>
          </a:p>
          <a:p>
            <a:r>
              <a:t>2. Basics (chp1)</a:t>
            </a:r>
          </a:p>
          <a:p>
            <a:pPr lvl="1"/>
            <a:r>
              <a:t>Run code to understand inputs (Tokenizer, Embedding)</a:t>
            </a:r>
          </a:p>
          <a:p>
            <a:r>
              <a:t>3. Deep Dive (Transformer Book + chp2)</a:t>
            </a:r>
          </a:p>
          <a:p>
            <a:pPr lvl="1"/>
            <a:r>
              <a:t>Read docs and run component code (Softmax, LayerNorm)</a:t>
            </a:r>
          </a:p>
          <a:p>
            <a:r>
              <a:t>4. Implementation</a:t>
            </a:r>
          </a:p>
          <a:p>
            <a:pPr lvl="1"/>
            <a:r>
              <a:t>Follow the guide to build your own Transformer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Happy Coding!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Explore the code on GitHub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